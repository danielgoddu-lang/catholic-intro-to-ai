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27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1C33D-1B7C-029B-750E-88C7C0C2F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EA50DD-F001-6249-8431-3170FD8B7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2659E-0A45-B6D2-EB04-48DB197D6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FF8CC-ABE0-462F-A87E-717BAEEF2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6DC1B-B814-8EC1-BBC6-A81AA232B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708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DC6CE-2933-8968-0DCF-52A6241A1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B927-4157-81AF-2FD5-27F9FAED3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9E273-1967-DFAE-74B3-3F2C48B45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5B740-8034-B9AB-E433-2A0CD08C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79DB32-A6CF-06D0-7523-2CCDE7040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28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D690B-8F54-A6E4-67BF-A3C4F4935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A09B32-D496-8E21-57AE-40E7B1C81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EDE56-5D63-A001-47F3-51CD68F36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744A2-F706-FC18-939A-C3348961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135ED-8DCE-D605-55B0-CFFE20F5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3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5ED1-AEAB-3E62-A6F8-1BF4F67F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BEFBC-C381-92F9-359C-2DFC3F7C3C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C637A-8E7D-7652-D3D8-0CA33A6C84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530E9-ACF8-3C37-D4A9-EE122F8F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C684E-508A-19F7-0699-4A7821DE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5F409-E46D-7C69-F6C7-8EF7DC43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348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C693-0781-EBE6-1B9B-1987E7F17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FDEB3-B7A9-B5F1-282F-2AAFEC923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813F6-DD48-4D71-B959-9E2D824BA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73ED1-851C-7D8B-A821-D42A3EC205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99B65B-A383-8429-3625-BB0219885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0B8AD1-8B23-0B6F-00BF-06F0CC1A8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7E9384-C531-A217-EC9F-2CC64F64E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DFF05-9C2F-A95F-6316-DD6E0AE8B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22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6F2F-2A36-6C37-0648-741F1EAE2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B0B19D-78A1-F11B-77E2-EEF13484B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1BCCA-26F5-9F8C-B1E8-ACC0C5FE6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0D1B6-BC30-8B88-728E-6F57623D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29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35A67C-59FA-3C33-3D38-B4B540C87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CC8878-E6F8-E165-2467-53B6B5D7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ACEF85-D8A3-429C-8320-D3D66EA2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776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37179-5E6C-224F-0772-4501AB664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22463-6636-2DA2-252C-2FC705DB5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E7FED9-F677-9083-24D3-DDAE8FB27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6BCC8-2F96-10BC-9C83-5DC1CCCA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DE3FC-3410-CD0C-A715-B145D6A8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FEFE6-60BC-DC57-79AA-535A0065A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69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0C9B2-B347-B861-54FB-BC412AFDF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869D7-A392-91BD-7392-6313A1704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8D528-C1BC-CF31-E99E-9E819187AB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5BA74D-44D9-7ADD-E718-B0FD7E3B3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8DB8E-9483-9B5F-436E-0F41064A7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C9C03-4E0B-2C94-E324-15D6A0F5D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272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236B7-32BE-563D-7F60-D5CB3CD8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09210-17FB-EB27-6366-9599C01DE4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8F714-77E9-F41A-097B-2193CA8A6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EFF62A-D95E-83B0-4E90-511DADB43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DBA86-3075-43AC-23B6-30DFFE41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57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E0D11-9D58-7A92-6D66-7B7F11F2B7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5877E2-19FF-B6EE-374E-CDF02B5EA4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2988E-0AD7-B1DE-42D1-0E55D8AEC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51D01-5482-C36C-625F-B3CF02958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C4C68-9A66-43D7-E0BB-A9B46AE3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745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C41972-6AFC-BD68-6634-6060467C6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202D6-94BC-7900-1620-0BF56600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A7F0A-EAAB-7056-0526-7EEBA3B9FA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1A4FEB-3A2B-4ADA-B099-CD0E739DEA1F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27FC4-1E7B-BB53-181F-6F73BCC702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29640-B519-179E-98A3-C52D86B767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BE37F4-CEAE-4901-B36D-D15C2124C4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4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6C5A-9B75-9925-64D8-E4FB6AA7E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Brisk AI for Education Webinar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D51086-E734-F055-8A6A-8119694D05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10/8/2025</a:t>
            </a:r>
          </a:p>
        </p:txBody>
      </p:sp>
    </p:spTree>
    <p:extLst>
      <p:ext uri="{BB962C8B-B14F-4D97-AF65-F5344CB8AC3E}">
        <p14:creationId xmlns:p14="http://schemas.microsoft.com/office/powerpoint/2010/main" val="358572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6F5DD7-5E9C-975C-CB50-F3E62F906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30" b="262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49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F79A08-7B1A-243C-887D-A9F5E551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32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8C3C95-1DD7-E65B-43E5-0D0FA6BDC0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661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EF119-3C92-DE99-E78F-99FA794F5C1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7F4142-D201-3E0A-BFD4-E32B73FEF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883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09DB44-4614-0790-DEB7-D5BF8135F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8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3099</TotalTime>
  <Words>6</Words>
  <Application>Microsoft Office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Brisk AI for Education Webinar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Goddu</dc:creator>
  <cp:lastModifiedBy>Dan Goddu</cp:lastModifiedBy>
  <cp:revision>2</cp:revision>
  <dcterms:created xsi:type="dcterms:W3CDTF">2025-10-08T17:08:33Z</dcterms:created>
  <dcterms:modified xsi:type="dcterms:W3CDTF">2025-10-10T20:47:52Z</dcterms:modified>
</cp:coreProperties>
</file>